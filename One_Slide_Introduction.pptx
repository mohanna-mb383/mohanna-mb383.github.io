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768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6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27188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2205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817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6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25880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8404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974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456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356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966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3736"/>
            <a:ext cx="6398514" cy="65105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6310086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8052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40812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87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404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104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ohanna.mousabeigi@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 - Pi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301752"/>
            <a:ext cx="1060391" cy="15007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94489" y="400387"/>
            <a:ext cx="5074608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r>
              <a:rPr lang="en-US" b="1" dirty="0"/>
              <a:t>Research Topic</a:t>
            </a:r>
            <a:br>
              <a:rPr lang="en-US" sz="1400" b="1" dirty="0"/>
            </a:br>
            <a:r>
              <a:rPr lang="en-US" sz="1600" b="1" dirty="0"/>
              <a:t>Integrating Graph Neural Networks and Topological Data Analysis for Phylogenetic Inference​</a:t>
            </a:r>
          </a:p>
          <a:p>
            <a:endParaRPr lang="en-US" b="1" dirty="0"/>
          </a:p>
          <a:p>
            <a:r>
              <a:rPr lang="en-US" b="1" dirty="0"/>
              <a:t>Background</a:t>
            </a:r>
            <a:br>
              <a:rPr lang="en-US" sz="1400" b="1" dirty="0"/>
            </a:br>
            <a:r>
              <a:rPr lang="en-US" sz="1600" b="1" dirty="0"/>
              <a:t>M.Sc. in Mathematical Statistics</a:t>
            </a:r>
          </a:p>
          <a:p>
            <a:endParaRPr lang="en-US" dirty="0"/>
          </a:p>
          <a:p>
            <a:r>
              <a:rPr lang="en-US" b="1" dirty="0"/>
              <a:t>Research Topic Description: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Combining GNNs with persistent homology is a real, active research area.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Using topology to improve robustness is reasonable.</a:t>
            </a:r>
          </a:p>
          <a:p>
            <a:endParaRPr lang="en-US" sz="1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241E6F-BC36-BA1E-D758-1831B2441AE1}"/>
              </a:ext>
            </a:extLst>
          </p:cNvPr>
          <p:cNvSpPr txBox="1"/>
          <p:nvPr/>
        </p:nvSpPr>
        <p:spPr>
          <a:xfrm>
            <a:off x="100272" y="1795669"/>
            <a:ext cx="3447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Mohanna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Mousabeigi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b="1" dirty="0">
              <a:solidFill>
                <a:prstClr val="black"/>
              </a:solidFill>
              <a:latin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PhD Student, Instituto Superior Técnico (IST)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b="1" dirty="0">
              <a:solidFill>
                <a:prstClr val="black"/>
              </a:solidFill>
              <a:latin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Student ID :1115747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FF3744-6C09-BE7C-38C1-B430D3EDD404}"/>
              </a:ext>
            </a:extLst>
          </p:cNvPr>
          <p:cNvSpPr txBox="1"/>
          <p:nvPr/>
        </p:nvSpPr>
        <p:spPr>
          <a:xfrm>
            <a:off x="100272" y="3772785"/>
            <a:ext cx="33101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mohanna.mousabeigi</a:t>
            </a:r>
            <a:r>
              <a:rPr kumimoji="0" lang="en-US" sz="14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kumimoji="0" lang="en-US" sz="14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tecnico</a:t>
            </a:r>
            <a:r>
              <a:rPr lang="en-US" sz="1400" b="1" i="1" dirty="0">
                <a:solidFill>
                  <a:schemeClr val="tx2"/>
                </a:solidFill>
                <a:latin typeface="Calibri"/>
              </a:rPr>
              <a:t>.ulisboa.pt</a:t>
            </a:r>
            <a:endParaRPr kumimoji="0" lang="en-US" sz="1400" b="1" i="1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GitHub: Mohanna-Mb383 |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A39BCD-6E4A-04C4-3A92-F3095A89CA32}"/>
              </a:ext>
            </a:extLst>
          </p:cNvPr>
          <p:cNvSpPr txBox="1"/>
          <p:nvPr/>
        </p:nvSpPr>
        <p:spPr>
          <a:xfrm>
            <a:off x="3876743" y="4682557"/>
            <a:ext cx="4691185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fkGroteskNeue"/>
              </a:rPr>
              <a:t>Latest Work:</a:t>
            </a:r>
          </a:p>
          <a:p>
            <a:r>
              <a:rPr lang="en-US" sz="1600" b="1" dirty="0"/>
              <a:t>GNNs and transformers for bacterial phylogenetics, with emphasis on sequence encoding, axial/graph models, missing-data robustness, and generative ideas inspired by PHYLOVAE.</a:t>
            </a:r>
            <a:endParaRPr lang="en-US" sz="1600" b="1" i="0" dirty="0">
              <a:effectLst/>
              <a:latin typeface="fkGroteskNeue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218BF2-163B-F98D-746C-F1AE625AD81C}"/>
              </a:ext>
            </a:extLst>
          </p:cNvPr>
          <p:cNvSpPr txBox="1"/>
          <p:nvPr/>
        </p:nvSpPr>
        <p:spPr>
          <a:xfrm>
            <a:off x="100272" y="4682557"/>
            <a:ext cx="3447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Supervisors</a:t>
            </a: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Prof. Alexandre Francisco (</a:t>
            </a:r>
            <a:r>
              <a:rPr lang="en-US" sz="1200" b="1" dirty="0"/>
              <a:t>IST &amp; INESC-ID Lisboa)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lvl="0"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Prof. Cátia Vaz(</a:t>
            </a:r>
            <a:r>
              <a:rPr lang="en-US" sz="1200" b="1" dirty="0"/>
              <a:t>ISEL &amp; INESC-ID Lisboa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</a:p>
        </p:txBody>
      </p:sp>
      <p:pic>
        <p:nvPicPr>
          <p:cNvPr id="15" name="Picture 14" descr="A blue shield with white letters&#10;&#10;AI-generated content may be incorrect.">
            <a:extLst>
              <a:ext uri="{FF2B5EF4-FFF2-40B4-BE49-F238E27FC236}">
                <a16:creationId xmlns:a16="http://schemas.microsoft.com/office/drawing/2014/main" id="{5ED369AA-C537-FA9D-8D30-D1F27282A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4465" y="5894918"/>
            <a:ext cx="635558" cy="769441"/>
          </a:xfrm>
          <a:prstGeom prst="rect">
            <a:avLst/>
          </a:prstGeom>
        </p:spPr>
      </p:pic>
      <p:pic>
        <p:nvPicPr>
          <p:cNvPr id="19" name="Picture 18" descr="A blue and green logo&#10;&#10;AI-generated content may be incorrect.">
            <a:extLst>
              <a:ext uri="{FF2B5EF4-FFF2-40B4-BE49-F238E27FC236}">
                <a16:creationId xmlns:a16="http://schemas.microsoft.com/office/drawing/2014/main" id="{DBF889D4-202B-5212-AA2F-99F6F1BE56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888" y="5727773"/>
            <a:ext cx="1167426" cy="945059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0</TotalTime>
  <Words>133</Words>
  <Application>Microsoft Office PowerPoint</Application>
  <PresentationFormat>On-screen Show (4:3)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Century Gothic</vt:lpstr>
      <vt:lpstr>fkGroteskNeue</vt:lpstr>
      <vt:lpstr>Garamond</vt:lpstr>
      <vt:lpstr>Savon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MOHANNA MOUSABEIGI</dc:creator>
  <cp:keywords/>
  <dc:description>generated using python-pptx</dc:description>
  <cp:lastModifiedBy>MOHANNA MOUSABEIGI</cp:lastModifiedBy>
  <cp:revision>22</cp:revision>
  <dcterms:created xsi:type="dcterms:W3CDTF">2013-01-27T09:14:16Z</dcterms:created>
  <dcterms:modified xsi:type="dcterms:W3CDTF">2025-11-13T16:24:23Z</dcterms:modified>
  <cp:category/>
</cp:coreProperties>
</file>